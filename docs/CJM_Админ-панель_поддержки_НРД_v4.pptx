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типовые операции идут через поддержку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операций. Бизнес не может выполнить их сам: каждая требует заявки и ручного запуска скрипта сотрудником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Всё через заявку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Даже типовая операция требует заявки в ITSM и участия поддержки — бизнес не может сделать её сам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— только у поддержки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запуск требует доступа к серверу по RDP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Ручной ввод в консоли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 на сервере: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Цель проекта: </a:t>
            </a:r>
            <a:r>
              <a:rPr sz="1100" b="0">
                <a:solidFill>
                  <a:srgbClr val="00313C"/>
                </a:solidFill>
                <a:latin typeface="Arial"/>
              </a:rPr>
              <a:t>разгрузить поддержку и дать бизнесу инструмент самостоятельного выполнения типовых операций — без заявки. Эффект: меньше обращений на ФА, меньше время выполнения, корректная обратная связь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self-service портал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портал. Бизнес-заказчик сам запускает готовую задачу через веб-форму — без заявки и без участия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Самообслуживание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 выбирает готовую задачу и запускает сам: 6 категорий эталонных ролей × 7 банков + «Генерация ЭЦП»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результат доступен для повторного скачивания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Бизнес-заказчик запускает; администратор портала ведёт каталог скриптов. Каждое действие — в журнале аудита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Митигация рисков: </a:t>
            </a:r>
            <a:r>
              <a:rPr sz="1100" b="0">
                <a:solidFill>
                  <a:srgbClr val="00313C"/>
                </a:solidFill>
                <a:latin typeface="Arial"/>
              </a:rPr>
              <a:t>все изменения, инициированные через админ-панель, требуют обязательного подтверждения сотрудником ПФ с правами «подтверждающий изменения» на стороне конечной системы.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014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Бизнес-заказчик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BUSINESS_USER · главный герой CJM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Сам запускает готовые скрипты через портал — без заявки в поддержку: выдача прав на счета, валютный контроль, регистрация ЭЦП. Хочет сделать типовую операцию сразу, когда она понадобилась, и не зависеть от очереди и загрузки поддержки.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пишет и не правит скрипты — только выбирает готовую задачу, вводит данные и забирает результат.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94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54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Администратор портала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54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ADMIN · сотрудник поддержки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54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Ведёт каталог: добавляет новые скрипты и правит существующие, настраивает параметры форм, включает и отключает задачи, управляет пользователями и доступом.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выполняет типовые заявки вручную — вместо этого обеспечивает, чтобы бизнес мог выполнить их сам. Подключается только к нестандартным случаям.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851999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Две роли: BUSINESS_USER — самостоятельное выполнение готовых задач; ADMIN — администрирование портала и каталога скриптов. Цель — разгрузить поддержку: типовые операции бизнес выполняет сам, поддержка занимается развитием каталога и нестандартными случаями.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путь бизнес-заказчика через заявку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Оформление заявки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Ожидание в очереди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Исполнение поддержкой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Получение результата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Нужно выдать права на счета / зарегистрировать ЭЦП при внедрении банка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Описывает задачу своими словами, заводит заявку в ITSM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Ждёт, пока заявку возьмут в работу; уточняет статус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Сотрудник поддержки ищет и запускает скрипт на сервере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файлы письмом, проверяет и передаёт дальше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ITSM, почта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 (статус заявки)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вне зоны видимости бизнеса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знает точно, какая задача нужна и какие данные потребуются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Заявка в свободной форме: часть данных не указана — круги уточнений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Срок зависит от загрузки поддержки: типовая операция ждёт наравне со сложными задачами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видит, что происходит; ошибка в данных — заявка возвращается, цикл повторяется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При повторной потребности — снова заявка; истории прошлых запусков у бизнеса нет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Ожидание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Беспомощность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Зависимость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бизнес-заказчик выполняет сам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Выбор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 и видит каталог задач, которые может выполнить сам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готового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Заполняет одну форму: счета / ЭЦП списком через запятую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статус и результат на экране за секунды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Скачивает файлы сразу; запуск остаётся в общей «Истории»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Браузер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плашки категорий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Веб-форма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статус выполнения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скачивание (zip), «История»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Что улучшилось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Видно, что можно сделать самостоятельно — заявка не нужна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нужно формулировать словами: выбор из готовых задач за 2 клика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Форма задаёт структуру данных — нечего забыть, ошибиться сложнее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Без очереди и ожидания поддержки: выполняется тогда, когда нужно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Повторно — сам, без новой заявки; поддержка нужна только для нестандартных случаев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Контроль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Скорость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Автономность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Эффект: поддержка разгружена, бизнес автономен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72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Типовые операции бизнес выполняет сам, без заявки: меньше обращений на ФА, короче время выполнения, корректная обратная связь по срокам внедрения банка и выдачи доступов.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0</a:t>
            </a:r>
            <a:r>
              <a:rPr sz="1600" b="0">
                <a:solidFill>
                  <a:srgbClr val="008C95"/>
                </a:solidFill>
                <a:latin typeface="Arial"/>
              </a:rPr>
              <a:t> заявок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типовую операцию: бизнес запускает готовую задачу самостоятельно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7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40+</a:t>
            </a:r>
            <a:r>
              <a:rPr sz="1600" b="0">
                <a:solidFill>
                  <a:srgbClr val="00313C"/>
                </a:solidFill>
                <a:latin typeface="Arial"/>
              </a:rPr>
              <a:t> задач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доступно для самообслуживания: 6 эталонных ролей × 7 банков + генерация ЭЦП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4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2</a:t>
            </a:r>
            <a:r>
              <a:rPr sz="1600" b="0">
                <a:solidFill>
                  <a:srgbClr val="008C95"/>
                </a:solidFill>
                <a:latin typeface="Arial"/>
              </a:rPr>
              <a:t> клика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 нужной задачи: категория → банк, вместо описания заявки словами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1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100</a:t>
            </a:r>
            <a:r>
              <a:rPr sz="16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фиксируются в общей истории и журнале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131999"/>
            <a:ext cx="78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78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4068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212000"/>
            <a:ext cx="78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Портал развёрнут и используется; исходники, документация (HLD, CJM) и офлайн-пакет для тиражирования — в комплекте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