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ручной запуск скриптов поддержки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 выполнялись запуском PowerShell/Python-скриптов вручную на серверах, без единой точки входа и аудита.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разбросаны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версии у коллег расходятся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Доступ через RDP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серверам ради запуска одного скрипта — риск безопасности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Интерактивный ввод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input(): ручной ввод в консоли сервера,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Следствие: </a:t>
            </a:r>
            <a:r>
              <a:rPr sz="1100" b="0">
                <a:solidFill>
                  <a:srgbClr val="00313C"/>
                </a:solidFill>
                <a:latin typeface="Arial"/>
              </a:rPr>
              <a:t>рост числа обращений на ФА и времени выполнения задач; бизнес не получает корректной обратной связи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единый портал запуска скриптов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портал, запускаются через веб-форму с ролевым доступом, все результаты — в общей истории.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Каталог задач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6 категорий эталонных ролей × 7 банков + «Генерация ЭЦП» — выбор в 2 клика, всегда актуальная версия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скачать результат может любой сотрудник поддержки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Администратор и бизнес-пользователь; каждое действие — в журнале аудита БД; вход по логину/паролю (далее — 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Митигация рисков: </a:t>
            </a:r>
            <a:r>
              <a:rPr sz="1100" b="0">
                <a:solidFill>
                  <a:srgbClr val="00313C"/>
                </a:solidFill>
                <a:latin typeface="Arial"/>
              </a:rPr>
              <a:t>все изменения, инициированные через админ-панель, требуют обязательного подтверждения сотрудником ПФ с правами «подтверждающий изменения» на стороне конечной системы.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014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Сотрудник поддержки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BUSINESS_USER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Исполняет заявки бизнеса: права на счета, валютный контроль, ЭЦП. Хочет быстро найти нужную задачу, не думать о синтаксисе скриптов и не собирать файлы вручную.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76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76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Администратор 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76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76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Отвечает за портал: заводит пользователей, добавляет/отключает скрипты, управляет уровнем логирования. Хочет контролируемую среду вместо «скриптов по папкам».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1200" y="1080000"/>
            <a:ext cx="2728800" cy="2736000"/>
          </a:xfrm>
          <a:prstGeom prst="roundRect">
            <a:avLst>
              <a:gd name="adj" fmla="val 659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1200" y="1260000"/>
            <a:ext cx="23688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Руководитель поддержки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1200" y="1565999"/>
            <a:ext cx="23688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наблюдатель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1200" y="1835999"/>
            <a:ext cx="2368800" cy="18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Отвечает за SLA и прозрачность. Хочет видеть, кто и что выполнял, находить результаты прошлых запусков и передавать работу между сотрудниками без потерь.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путь сотрудника до портала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заявку в ITSM или почте, уточняет детали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Ищет нужный скрипт (ps1 / py / bash) в сетевых папках или у коллег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Вводит данные в консоли сервера в приглашения Read-Host / input()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Запускает на сервере через RDP, собирает файлы по папкам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Отправляет файлы вручную, фиксирует «для себя»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ITSM, почта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Сетевые диски, RDP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Консоль PowerShell / Python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RDP, проводник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Почта, личные папки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Заявка в свободной форме: не хватает данных (счета, банк, user_id) — круги уточнений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Версии скриптов расходятся; новичку не разобраться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Ручной ввод в консоли, ошибки копипасты; результат — в зашитую в скрипте папку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Широкий доступ к серверу ради одного скрипта; файлы разбросаны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Единого журнала нет: автор и время — только по свойствам файла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Растерянность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Раздражение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Напряжение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Неуверенность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тот же путь через портал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Заявка от бизнеса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Поиск 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результат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Передача и отчёт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портал, видит каталог доступных задач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Заполняет одну форму: счета/ЭЦП списком через запятую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статус и результат на экране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Результат уже в общей «Истории», доступен коллегам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Браузер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плашки категорий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Веб-форма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статус, скачивание (zip)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«История», аудит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Что улучшилось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Форма сразу задаёт структуру данных заявки — без кругов уточнений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Всегда актуальная версия скрипта; выбор за 2 клика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каждое значение — отдельный файл автоматически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Без RDP; несколько файлов скачиваются одним zip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Кто/когда/что — видно всем; передача работы без потерь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Скорость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Спокойствие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Прозрачность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Эффект для команды поддержки и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72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Целевой эффект: сокращение числа обращений на ФА и времени выполнения задач; бизнес получает корректную обратную связь по срокам внедрения банка и выдачи доступов.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2</a:t>
            </a:r>
            <a:r>
              <a:rPr sz="1600" b="0">
                <a:solidFill>
                  <a:srgbClr val="008C95"/>
                </a:solidFill>
                <a:latin typeface="Arial"/>
              </a:rPr>
              <a:t> клика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 нужного скрипта: категория → банк вместо поиска по папкам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7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40+</a:t>
            </a:r>
            <a:r>
              <a:rPr sz="1600" b="0">
                <a:solidFill>
                  <a:srgbClr val="00313C"/>
                </a:solidFill>
                <a:latin typeface="Arial"/>
              </a:rPr>
              <a:t> скриптов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 едином каталоге: 6 эталонных ролей × 7 банков + генерация ЭЦП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4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1</a:t>
            </a:r>
            <a:r>
              <a:rPr sz="1600" b="0">
                <a:solidFill>
                  <a:srgbClr val="008C95"/>
                </a:solidFill>
                <a:latin typeface="Arial"/>
              </a:rPr>
              <a:t> файл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каждый счёт или ЭЦП — формируется автоматически, много файлов = один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1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100</a:t>
            </a:r>
            <a:r>
              <a:rPr sz="16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фиксируются в общей истории и журнале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131999"/>
            <a:ext cx="78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78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4068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212000"/>
            <a:ext cx="78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Портал развёрнут и используется; исходники, документация (HLD, CJM) и офлайн-пакет для тиражирования — в комплекте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