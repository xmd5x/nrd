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000" y="3744000"/>
            <a:ext cx="2160000" cy="432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75999"/>
            <a:ext cx="7848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Админ-панель поддержки НРД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96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77E2C3"/>
                </a:solidFill>
                <a:latin typeface="Arial"/>
              </a:rPr>
              <a:t>CJM и описание потребности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78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СИБУР · ИТ-поддержка НРД/Транзит 2.0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Потребность: типовые операции идут через поддержку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Выдача прав доступа на счета, валютный контроль, регистрация ЭЦП — десятки типовых операций. Бизнес не может выполнить их сам: каждая требует заявки и ручного запуска скрипта сотрудником поддержки.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Всё через заявку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Даже типовая операция требует заявки в ITSM и участия поддержки — бизнес не может сделать её сам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Скрипты — только у поддержки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Десятки ps1 / python / bash-скриптов по папкам и личным архивам; запуск требует доступа к серверу по RDP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Ручной ввод в консоли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Read-Host / input() на сервере: ошибки копипасты; результат — в зашитую в скрипте папку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Нет единой истории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 и когда сгенерировал — только по свойствам файла; единого журнала нет, файлы результата — в локальных папках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56000"/>
            <a:ext cx="7848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E39"/>
                </a:solidFill>
                <a:latin typeface="Arial"/>
              </a:rPr>
              <a:t>Цель проекта: </a:t>
            </a:r>
            <a:r>
              <a:rPr sz="1100" b="0">
                <a:solidFill>
                  <a:srgbClr val="00313C"/>
                </a:solidFill>
                <a:latin typeface="Arial"/>
              </a:rPr>
              <a:t>разгрузить поддержку и дать бизнесу инструмент самостоятельного выполнения типовых операций — без заявки. Эффект: меньше обращений на ФА, меньше время выполнения, корректная обратная связь по срокам внедрения банка и выдачи доступов.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Решение: self-service портал для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Docker-стенд (React + Spring Boot + PostgreSQL): скрипты адаптированы и загружены в портал. Бизнес-заказчик сам запускает готовую задачу через веб-форму — без заявки и без участия поддержки.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Самообслуживание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Бизнес выбирает готовую задачу и запускает сам: 6 категорий эталонных ролей × 7 банков + «Генерация ЭЦП»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Массовый 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Счета/ЭЦП списком через запятую — на каждое значение автоматически отдельный JSON-файл, несколько файлов — одним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Общая история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Страница «История»: кто, когда и что сгенерировал; результат доступен для повторного скачивания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Роли и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Бизнес-заказчик запускает; администратор портала ведёт каталог скриптов. Каждое действие — в журнале аудита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91999"/>
            <a:ext cx="784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13C"/>
                </a:solidFill>
                <a:latin typeface="Arial"/>
              </a:rPr>
              <a:t>Защита от ошибочного ввода: </a:t>
            </a:r>
            <a:r>
              <a:rPr sz="1100" b="0">
                <a:solidFill>
                  <a:srgbClr val="00313C"/>
                </a:solidFill>
                <a:latin typeface="Arial"/>
              </a:rPr>
              <a:t>запрос, отправленный из портала, проходит согласование в целевой системе — проверяет и подтверждает ДРУГОЙ ответственный сотрудник от бизнеса с правами «подтверждающий изменения», не тот, кто отправлял. Изменения применяются только после согласования (принцип «четырёх глаз»).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158000"/>
            <a:ext cx="78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Фирменный интерфейс СИБУР · развёртывание одной командой (deploy.bat) · офлайн-пакет для переноса на другие ПК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Персоны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44000"/>
            <a:ext cx="41706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224000"/>
            <a:ext cx="3738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Бизнес-заказчик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3738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BUSINESS_USER · главный герой CJM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54000"/>
            <a:ext cx="37386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Сам запускает готовые скрипты через портал — без заявки в поддержку: выдача прав на счета, валютный контроль, регистрация ЭЦП. Хочет сделать типовую операцию сразу, когда она понадобилась, и не зависеть от очереди и загрузки поддержки.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Не пишет и не правит скрипты — только выбирает готовую задачу, вводит данные и забирает результат.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9400" y="1044000"/>
            <a:ext cx="41706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5400" y="1224000"/>
            <a:ext cx="3738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Администратор портала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5400" y="1584000"/>
            <a:ext cx="3738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ADMIN · сотрудник поддержки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5400" y="1854000"/>
            <a:ext cx="37386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Ведёт каталог: добавляет новые скрипты и правит существующие, настраивает параметры форм, включает и отключает задачи, управляет пользователями и доступом.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Не выполняет типовые заявки вручную — вместо этого обеспечивает, чтобы бизнес мог выполнить их сам. Подключается только к нестандартным случаям.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851999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Две роли: BUSINESS_USER — самостоятельное выполнение готовых задач; ADMIN — администрирование портала и каталога скриптов. Цель — разгрузить поддержку: типовые операции бизнес выполняет сам, поддержка занимается развитием каталога и нестандартными случаями.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было»: срок зависит от очереди поддержки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Возникает потребность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Оформление заявки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Ожидание в очереди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Исполнение поддержкой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Получение результата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Нужно выдать права на счета / зарегистрировать ЭЦП при внедрении банка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Описывает задачу и данные своими словами, заводит заявку в ITSM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Ждёт, пока заявку возьмут в работу; уточняет статус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Поддержка запускает скрипт; при неполных данных — возврат на уточнение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Получает файлы письмом, проверяет и передаёт дальше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Время бизнеса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10–15 мин на описание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часы — дни ожидания в очереди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+ круг уточнений на каждую неточность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зависит от занятости поддержки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Боли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знает точно, какая задача нужна и какие данные потребуются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Свободная форма: часть данных не указана — заявка вернётся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Срок непредсказуем: типовая операция ждёт наравне со сложными задачами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видит, что происходит; каждая неточность — новый круг ожидания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При повторной потребности — снова заявка; истории у бизнеса нет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Неясность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Рутина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Ожидание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Беспомощность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Зависимость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стало»: срок в руках самого бизнеса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Возникает потребность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Выбор задачи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согласование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Результат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Открывает портал и видит каталог задач, которые может выполнить сам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Выбирает категорию (эталонная роль) и банк из готового списка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Вводит те же данные, что писал в заявке, — но сразу в форму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Нажимает «Запустить» — запрос уходит в целевую систему на согласование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После согласования изменения применены; файлы — в «Истории»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Время бизнеса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~10 секунд: 2 клика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2–3 мин — один раз, вместо описания в заявке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секунды до отправки + штатное согласование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сразу, без ожидания письма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Выгода для бизнеса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Понятно, что можно закрыть самому: заявка и ожидание не нужны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нужно формулировать словами — выбор из готовых задач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новая работа: те же данные, но один раз и в структурированном виде — без уточнений и возвратов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Срок предсказуем и зависит от бизнеса, а не от очереди поддержки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Повторно — сам, без новой заявки; результат всегда под рукой в «Истории»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Уверенность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Контроль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Предсказуемость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Автономность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Что это даёт бизнесу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900000"/>
            <a:ext cx="8496000" cy="737999"/>
          </a:xfrm>
          <a:prstGeom prst="roundRect">
            <a:avLst>
              <a:gd name="adj" fmla="val 2439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026000"/>
            <a:ext cx="7848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313C"/>
                </a:solidFill>
                <a:latin typeface="Arial"/>
              </a:rPr>
              <a:t>Ввод данных — не новая нагрузка. </a:t>
            </a:r>
            <a:r>
              <a:rPr sz="1100" b="0">
                <a:solidFill>
                  <a:srgbClr val="00313C"/>
                </a:solidFill>
                <a:latin typeface="Arial"/>
              </a:rPr>
              <a:t>Те же счета, банк и user_id бизнес и раньше описывал в заявке — только словами, по частям и с уточнениями. Теперь они вводятся один раз в готовую форму, которая сама задаёт структуру: 2–3 минуты вместо цикла «заявка → уточнения → ожидание».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764000"/>
            <a:ext cx="1845900" cy="381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8C95"/>
                </a:solidFill>
                <a:latin typeface="Arial"/>
              </a:rPr>
              <a:t>дни → мин.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4524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типовая операция выполняется сразу, а не ждёт очереди поддержки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8700" y="1764000"/>
            <a:ext cx="1845900" cy="381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313C"/>
                </a:solidFill>
                <a:latin typeface="Arial"/>
              </a:rPr>
              <a:t>1</a:t>
            </a:r>
            <a:r>
              <a:rPr sz="1200" b="0">
                <a:solidFill>
                  <a:srgbClr val="00313C"/>
                </a:solidFill>
                <a:latin typeface="Arial"/>
              </a:rPr>
              <a:t> 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8700" y="214524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данные вводятся один раз и корректно — форма не даёт забыть поле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9400" y="1764000"/>
            <a:ext cx="1845900" cy="381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8C95"/>
                </a:solidFill>
                <a:latin typeface="Arial"/>
              </a:rPr>
              <a:t>0</a:t>
            </a:r>
            <a:r>
              <a:rPr sz="1200" b="0">
                <a:solidFill>
                  <a:srgbClr val="008C95"/>
                </a:solidFill>
                <a:latin typeface="Arial"/>
              </a:rPr>
              <a:t> заявок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9400" y="214524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типовую операцию: 40+ готовых задач доступны для самообслуживания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00" y="1764000"/>
            <a:ext cx="1845900" cy="381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00313C"/>
                </a:solidFill>
                <a:latin typeface="Arial"/>
              </a:rPr>
              <a:t>100</a:t>
            </a:r>
            <a:r>
              <a:rPr sz="1200" b="0">
                <a:solidFill>
                  <a:srgbClr val="00313C"/>
                </a:solidFill>
                <a:latin typeface="Arial"/>
              </a:rPr>
              <a:t>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00" y="214524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запусков — в общей истории: результат можно скачать повторно в любой момент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916000"/>
            <a:ext cx="784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Срок перестаёт зависеть от загрузки поддержки: бизнес видит корректные сроки внедрения банка и выдачи доступов и управляет ими сам. Поддержка подключается только к нестандартным случаям и развитию каталога.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3564000"/>
            <a:ext cx="8496000" cy="216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3708000"/>
            <a:ext cx="7848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313C"/>
                </a:solidFill>
                <a:latin typeface="Arial"/>
              </a:rPr>
              <a:t>Дальнейшие шаги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978000"/>
            <a:ext cx="7848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Переход на доменную авторизацию (AD) · автоматическая блокировка при подборе пароля · мониторинг и алертинг · резервное копирование · интеграция отправки результатов на фронт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